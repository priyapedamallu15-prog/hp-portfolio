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1" r:id="rId1"/>
  </p:sldMasterIdLst>
  <p:notesMasterIdLst>
    <p:notesMasterId r:id="rId36"/>
  </p:notesMasterIdLst>
  <p:sldIdLst>
    <p:sldId id="275" r:id="rId2"/>
    <p:sldId id="273" r:id="rId3"/>
    <p:sldId id="259" r:id="rId4"/>
    <p:sldId id="258" r:id="rId5"/>
    <p:sldId id="306" r:id="rId6"/>
    <p:sldId id="307" r:id="rId7"/>
    <p:sldId id="261" r:id="rId8"/>
    <p:sldId id="308" r:id="rId9"/>
    <p:sldId id="318" r:id="rId10"/>
    <p:sldId id="313" r:id="rId11"/>
    <p:sldId id="314" r:id="rId12"/>
    <p:sldId id="315" r:id="rId13"/>
    <p:sldId id="317" r:id="rId14"/>
    <p:sldId id="298" r:id="rId15"/>
    <p:sldId id="299" r:id="rId16"/>
    <p:sldId id="324" r:id="rId17"/>
    <p:sldId id="319" r:id="rId18"/>
    <p:sldId id="302" r:id="rId19"/>
    <p:sldId id="326" r:id="rId20"/>
    <p:sldId id="309" r:id="rId21"/>
    <p:sldId id="310" r:id="rId22"/>
    <p:sldId id="327" r:id="rId23"/>
    <p:sldId id="328" r:id="rId24"/>
    <p:sldId id="311" r:id="rId25"/>
    <p:sldId id="312" r:id="rId26"/>
    <p:sldId id="320" r:id="rId27"/>
    <p:sldId id="321" r:id="rId28"/>
    <p:sldId id="329" r:id="rId29"/>
    <p:sldId id="322" r:id="rId30"/>
    <p:sldId id="330" r:id="rId31"/>
    <p:sldId id="323" r:id="rId32"/>
    <p:sldId id="270" r:id="rId33"/>
    <p:sldId id="271" r:id="rId34"/>
    <p:sldId id="27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70F6954-3114-4859-8581-36479B85867A}">
          <p14:sldIdLst/>
        </p14:section>
        <p14:section name="Untitled Section" id="{E5A88B75-35E2-4A3F-B97C-F343AC674940}">
          <p14:sldIdLst>
            <p14:sldId id="275"/>
            <p14:sldId id="273"/>
            <p14:sldId id="259"/>
            <p14:sldId id="258"/>
            <p14:sldId id="306"/>
            <p14:sldId id="307"/>
            <p14:sldId id="261"/>
            <p14:sldId id="308"/>
            <p14:sldId id="318"/>
            <p14:sldId id="313"/>
            <p14:sldId id="314"/>
            <p14:sldId id="315"/>
            <p14:sldId id="317"/>
            <p14:sldId id="298"/>
            <p14:sldId id="299"/>
            <p14:sldId id="324"/>
            <p14:sldId id="319"/>
            <p14:sldId id="302"/>
            <p14:sldId id="326"/>
            <p14:sldId id="309"/>
            <p14:sldId id="310"/>
            <p14:sldId id="327"/>
            <p14:sldId id="328"/>
            <p14:sldId id="311"/>
            <p14:sldId id="312"/>
            <p14:sldId id="320"/>
            <p14:sldId id="321"/>
            <p14:sldId id="329"/>
            <p14:sldId id="322"/>
            <p14:sldId id="330"/>
            <p14:sldId id="323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394" autoAdjust="0"/>
  </p:normalViewPr>
  <p:slideViewPr>
    <p:cSldViewPr snapToGrid="0">
      <p:cViewPr varScale="1">
        <p:scale>
          <a:sx n="74" d="100"/>
          <a:sy n="74" d="100"/>
        </p:scale>
        <p:origin x="612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5AC3F7-A124-477F-939A-E41353914386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C1542-8F73-4D83-9583-2ECB282EB3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0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9C1542-8F73-4D83-9583-2ECB282EB35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7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9C1542-8F73-4D83-9583-2ECB282EB35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855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7C496-F76D-4861-97F8-F02CAAC470F6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7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26DD-FC8D-4FCD-87DC-DF73CD869C2C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9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553E-5F13-46AD-9FF5-DFCDCBFB5C76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9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EC810-240E-46AD-B117-4B1CB03A08DB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36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DD25-7EFF-4925-A9D0-190C3F806B01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60D6F-076C-43CF-A776-EE12DD3FF8B0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80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872B-D6C9-4AFC-9677-34032E821EF6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8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6CC3-CFA2-442B-871A-0D0279798C1D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4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91A0D-472E-4B2D-8194-14457610EA30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E8254-E481-494C-8988-53CD23539C51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2413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E8254-E481-494C-8988-53CD23539C51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606594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E8254-E481-494C-8988-53CD23539C51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951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E8254-E481-494C-8988-53CD23539C51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027858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E8254-E481-494C-8988-53CD23539C51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3770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3A3F-4488-409E-A0F5-621D791CE1DC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4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2FB56-ECC8-47E0-AEFC-EEE1C4FB95C5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1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E8254-E481-494C-8988-53CD23539C51}" type="datetime1">
              <a:rPr lang="en-US" smtClean="0"/>
              <a:pPr/>
              <a:t>7/9/2020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079E0D9-4C83-40B1-8C59-E909A8A00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6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9608" y="-176713"/>
            <a:ext cx="8959592" cy="137051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rial Black" panose="020B0A04020102020204" pitchFamily="34" charset="0"/>
              </a:rPr>
              <a:t>  </a:t>
            </a:r>
            <a:r>
              <a:rPr lang="en-US" sz="3200" b="1" dirty="0">
                <a:solidFill>
                  <a:srgbClr val="002060"/>
                </a:solidFill>
                <a:latin typeface="Arial Black" panose="020B0A04020102020204" pitchFamily="34" charset="0"/>
              </a:rPr>
              <a:t>APPLICATION TRACKING SYSTEM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6553200" y="4453128"/>
            <a:ext cx="4602480" cy="183337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PRESENTED BY</a:t>
            </a:r>
          </a:p>
          <a:p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B.SREELATHA (N140614)</a:t>
            </a:r>
          </a:p>
          <a:p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U.MAHESH BABU(N140597)</a:t>
            </a:r>
          </a:p>
          <a:p>
            <a:r>
              <a:rPr lang="en-US">
                <a:solidFill>
                  <a:srgbClr val="002060"/>
                </a:solidFill>
                <a:latin typeface="Century Gothic" panose="020B0502020202020204" pitchFamily="34" charset="0"/>
              </a:rPr>
              <a:t>M.GOPICHAND(N140628)</a:t>
            </a:r>
            <a:endParaRPr lang="en-US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endParaRPr lang="en-US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/>
          <a:srcRect r="8699" b="8005"/>
          <a:stretch>
            <a:fillRect/>
          </a:stretch>
        </p:blipFill>
        <p:spPr>
          <a:xfrm>
            <a:off x="4828343" y="1715895"/>
            <a:ext cx="1602121" cy="11910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ircle/>
      </p:transition>
    </mc:Choice>
    <mc:Fallback xmlns="">
      <p:transition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53" y="0"/>
            <a:ext cx="9954581" cy="6605337"/>
          </a:xfrm>
        </p:spPr>
        <p:txBody>
          <a:bodyPr/>
          <a:lstStyle/>
          <a:p>
            <a:r>
              <a:rPr lang="en-US" sz="2800" b="1" u="sng" dirty="0">
                <a:solidFill>
                  <a:srgbClr val="00B050"/>
                </a:solidFill>
              </a:rPr>
              <a:t>Contents</a:t>
            </a:r>
            <a:r>
              <a:rPr lang="en-US" sz="2800" dirty="0">
                <a:solidFill>
                  <a:srgbClr val="00B050"/>
                </a:solidFill>
              </a:rPr>
              <a:t>:-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Content Placeholder 2"/>
          <p:cNvSpPr txBox="1"/>
          <p:nvPr/>
        </p:nvSpPr>
        <p:spPr>
          <a:xfrm>
            <a:off x="558800" y="571500"/>
            <a:ext cx="12141200" cy="66040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Abstract.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Introduction.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Present System.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Proposed System.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System Modules.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Use case Diagrams.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Project Overview.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Benefits of Application Tracking System.</a:t>
            </a:r>
          </a:p>
          <a:p>
            <a:pPr marL="0" indent="0">
              <a:buNone/>
            </a:pPr>
            <a:endParaRPr lang="en-US" u="sng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u="sng" dirty="0">
                <a:solidFill>
                  <a:srgbClr val="00B050"/>
                </a:solidFill>
              </a:rPr>
              <a:t>Abstract</a:t>
            </a:r>
            <a:r>
              <a:rPr lang="en-US" sz="2800" dirty="0">
                <a:solidFill>
                  <a:srgbClr val="00B050"/>
                </a:solidFill>
              </a:rPr>
              <a:t>:-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Application tracking system is a web based application .It has both admin and user module.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main objective of this this Application tracking System is to  verify the  application.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By this the student and administrator interaction is reduces for the certificate verification work .It  Saves  a lot of  time.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Student’s can upload their files and their application will be verified by  AO,FO, and finally the director sir will approve the application 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the application have any mistakes it will be rejected by administrators. Student can track their application with the help of  “application tracking “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/>
          <p:cNvSpPr txBox="1"/>
          <p:nvPr/>
        </p:nvSpPr>
        <p:spPr>
          <a:xfrm>
            <a:off x="88900" y="1168400"/>
            <a:ext cx="11963400" cy="56261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u="sng" dirty="0">
                <a:solidFill>
                  <a:srgbClr val="00B050"/>
                </a:solidFill>
              </a:rPr>
              <a:t>Introduction</a:t>
            </a:r>
            <a:r>
              <a:rPr lang="en-US" sz="2800" b="1" dirty="0">
                <a:solidFill>
                  <a:srgbClr val="00B050"/>
                </a:solidFill>
              </a:rPr>
              <a:t>:-</a:t>
            </a:r>
            <a:br>
              <a:rPr lang="en-US" sz="2800" dirty="0">
                <a:solidFill>
                  <a:srgbClr val="00B050"/>
                </a:solidFill>
              </a:rPr>
            </a:br>
            <a:br>
              <a:rPr lang="en-US" sz="28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	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 earlier the students has to go to administration office for their certificate verification 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took lot of time and sometimes administrative officers are not available.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Students has to stay in university and it will be difficult for them.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So that we implemented a web application for certificate application . Students upload  application through our web application and it will be verified by A.O , F.O and finally approved by Director.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So it saves lot of time and it will be easy for both students and administration.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Content Placeholder 2"/>
          <p:cNvSpPr txBox="1"/>
          <p:nvPr/>
        </p:nvSpPr>
        <p:spPr>
          <a:xfrm>
            <a:off x="431800" y="1063416"/>
            <a:ext cx="11595100" cy="58764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519602"/>
            <a:ext cx="9404723" cy="966298"/>
          </a:xfrm>
        </p:spPr>
        <p:txBody>
          <a:bodyPr/>
          <a:lstStyle/>
          <a:p>
            <a:r>
              <a:rPr lang="en-US" sz="2800" b="1" u="sng" dirty="0">
                <a:solidFill>
                  <a:srgbClr val="00B050"/>
                </a:solidFill>
              </a:rPr>
              <a:t>Present System:-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8182" y="1485900"/>
            <a:ext cx="11556018" cy="51689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Students has to meet staff for their application purpose.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Faculty want any permission from authorities they also meet authorities for approval.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It’s a Time taking and Long process.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5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03518"/>
            <a:ext cx="9404723" cy="995082"/>
          </a:xfrm>
        </p:spPr>
        <p:txBody>
          <a:bodyPr/>
          <a:lstStyle/>
          <a:p>
            <a:r>
              <a:rPr lang="en-US" sz="2800" b="1" u="sng" dirty="0">
                <a:solidFill>
                  <a:srgbClr val="00B050"/>
                </a:solidFill>
              </a:rPr>
              <a:t>PROPOSED SYSTEM:-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182" y="1498600"/>
            <a:ext cx="11492518" cy="5270500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take advantage of the latest technology and to facilitate students to make online uploading application and check status daily weather it is approved or not.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accepting students requirements , all necessary validations should be done . it should  also store the student’s details.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help of reference id of application students can track their application</a:t>
            </a:r>
            <a:r>
              <a:rPr lang="en-US" dirty="0">
                <a:cs typeface="Times New Roman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37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21" y="324853"/>
            <a:ext cx="10311063" cy="6424863"/>
          </a:xfrm>
        </p:spPr>
        <p:txBody>
          <a:bodyPr/>
          <a:lstStyle/>
          <a:p>
            <a:r>
              <a:rPr lang="en-US" sz="2800" b="1" u="sng" dirty="0">
                <a:solidFill>
                  <a:srgbClr val="00B050"/>
                </a:solidFill>
              </a:rPr>
              <a:t>Requirements</a:t>
            </a:r>
            <a:r>
              <a:rPr lang="en-US" sz="2800" dirty="0">
                <a:solidFill>
                  <a:srgbClr val="00B050"/>
                </a:solidFill>
              </a:rPr>
              <a:t> :-</a:t>
            </a:r>
            <a:br>
              <a:rPr lang="en-US" sz="2800" dirty="0">
                <a:solidFill>
                  <a:srgbClr val="00B050"/>
                </a:solidFill>
              </a:rPr>
            </a:b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Content Placeholder 2"/>
          <p:cNvSpPr txBox="1"/>
          <p:nvPr/>
        </p:nvSpPr>
        <p:spPr>
          <a:xfrm>
            <a:off x="84221" y="806115"/>
            <a:ext cx="11417300" cy="59436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>
          <a:xfrm>
            <a:off x="88900" y="1034716"/>
            <a:ext cx="11417300" cy="571499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sz="2600" dirty="0"/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Hardware Requirements:</a:t>
            </a: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Processor                             :   Intel(R) 2.10GHz</a:t>
            </a: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Installed memory (RAM)    :   4 GB</a:t>
            </a: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Hard Disk                              :   160 GB</a:t>
            </a: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Software Requirements:</a:t>
            </a: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Operating System: Win 8, Win 9, Win 10 or Linux Operating System.</a:t>
            </a: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Front End: HTML5, CSS3, Bootstrap</a:t>
            </a: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Back End: PHP, MYSQL</a:t>
            </a: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Control End:  Java Script</a:t>
            </a: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Tools Requirements:</a:t>
            </a:r>
          </a:p>
          <a:p>
            <a:pPr marL="0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xampp-win32-5.5.19-0-VC11</a:t>
            </a:r>
          </a:p>
          <a:p>
            <a:pPr marL="0" indent="0"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Sublime text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	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5729"/>
            <a:ext cx="9404723" cy="1400530"/>
          </a:xfrm>
        </p:spPr>
        <p:txBody>
          <a:bodyPr/>
          <a:lstStyle/>
          <a:p>
            <a:r>
              <a:rPr lang="en-US" sz="2800" b="1" u="sng" dirty="0">
                <a:solidFill>
                  <a:srgbClr val="00B050"/>
                </a:solidFill>
              </a:rPr>
              <a:t>SYSTEM MODULES:-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012" y="1063416"/>
            <a:ext cx="11215688" cy="5794584"/>
          </a:xfrm>
        </p:spPr>
        <p:txBody>
          <a:bodyPr>
            <a:normAutofit fontScale="32500" lnSpcReduction="20000"/>
          </a:bodyPr>
          <a:lstStyle/>
          <a:p>
            <a:pPr lvl="0"/>
            <a:r>
              <a:rPr lang="en-US" sz="6200" b="1" dirty="0">
                <a:latin typeface="Times New Roman" pitchFamily="18" charset="0"/>
                <a:cs typeface="Times New Roman" pitchFamily="18" charset="0"/>
              </a:rPr>
              <a:t>Student</a:t>
            </a:r>
            <a:endParaRPr lang="en-US" sz="6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200" dirty="0">
                <a:latin typeface="Times New Roman" pitchFamily="18" charset="0"/>
                <a:cs typeface="Times New Roman" pitchFamily="18" charset="0"/>
              </a:rPr>
              <a:t>Register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200" dirty="0">
                <a:latin typeface="Times New Roman" pitchFamily="18" charset="0"/>
                <a:cs typeface="Times New Roman" pitchFamily="18" charset="0"/>
              </a:rPr>
              <a:t>Login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200" dirty="0">
                <a:latin typeface="Times New Roman" pitchFamily="18" charset="0"/>
                <a:cs typeface="Times New Roman" pitchFamily="18" charset="0"/>
              </a:rPr>
              <a:t>Upload application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200" dirty="0">
                <a:latin typeface="Times New Roman" pitchFamily="18" charset="0"/>
                <a:cs typeface="Times New Roman" pitchFamily="18" charset="0"/>
              </a:rPr>
              <a:t>Check daily application status </a:t>
            </a:r>
          </a:p>
          <a:p>
            <a:pPr lvl="0"/>
            <a:r>
              <a:rPr lang="en-US" sz="6200" b="1" dirty="0">
                <a:latin typeface="Times New Roman" pitchFamily="18" charset="0"/>
                <a:cs typeface="Times New Roman" pitchFamily="18" charset="0"/>
              </a:rPr>
              <a:t>F.O</a:t>
            </a:r>
            <a:endParaRPr lang="en-US" sz="6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200" dirty="0">
                <a:latin typeface="Times New Roman" pitchFamily="18" charset="0"/>
                <a:cs typeface="Times New Roman" pitchFamily="18" charset="0"/>
              </a:rPr>
              <a:t>Login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200" dirty="0">
                <a:latin typeface="Times New Roman" pitchFamily="18" charset="0"/>
                <a:cs typeface="Times New Roman" pitchFamily="18" charset="0"/>
              </a:rPr>
              <a:t>Verification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200" dirty="0">
                <a:latin typeface="Times New Roman" pitchFamily="18" charset="0"/>
                <a:cs typeface="Times New Roman" pitchFamily="18" charset="0"/>
              </a:rPr>
              <a:t>Accept or Reject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200" dirty="0">
                <a:latin typeface="Times New Roman" pitchFamily="18" charset="0"/>
                <a:cs typeface="Times New Roman" pitchFamily="18" charset="0"/>
              </a:rPr>
              <a:t>Forward</a:t>
            </a:r>
          </a:p>
          <a:p>
            <a:pPr lvl="0"/>
            <a:r>
              <a:rPr lang="en-US" sz="6200" b="1" dirty="0">
                <a:latin typeface="Times New Roman" pitchFamily="18" charset="0"/>
                <a:cs typeface="Times New Roman" pitchFamily="18" charset="0"/>
              </a:rPr>
              <a:t>A.O</a:t>
            </a:r>
            <a:endParaRPr lang="en-US" sz="6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200" dirty="0">
                <a:latin typeface="Times New Roman" pitchFamily="18" charset="0"/>
                <a:cs typeface="Times New Roman" pitchFamily="18" charset="0"/>
              </a:rPr>
              <a:t>Login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200" dirty="0">
                <a:latin typeface="Times New Roman" pitchFamily="18" charset="0"/>
                <a:cs typeface="Times New Roman" pitchFamily="18" charset="0"/>
              </a:rPr>
              <a:t>Verification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200" dirty="0">
                <a:latin typeface="Times New Roman" pitchFamily="18" charset="0"/>
                <a:cs typeface="Times New Roman" pitchFamily="18" charset="0"/>
              </a:rPr>
              <a:t>Accept or Reject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6200" dirty="0">
                <a:latin typeface="Times New Roman" pitchFamily="18" charset="0"/>
                <a:cs typeface="Times New Roman" pitchFamily="18" charset="0"/>
              </a:rPr>
              <a:t>Forward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6200" dirty="0"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6200" dirty="0"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endParaRPr lang="en-US" sz="6200" dirty="0">
              <a:cs typeface="Times New Roman" pitchFamily="18" charset="0"/>
            </a:endParaRPr>
          </a:p>
          <a:p>
            <a:pPr lvl="1">
              <a:buNone/>
            </a:pPr>
            <a:endParaRPr lang="en-US" sz="6200" dirty="0"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31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483326"/>
            <a:ext cx="8596313" cy="5558699"/>
          </a:xfrm>
        </p:spPr>
        <p:txBody>
          <a:bodyPr/>
          <a:lstStyle/>
          <a:p>
            <a:r>
              <a:rPr lang="en-US" sz="2000" dirty="0"/>
              <a:t>Director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cs typeface="Times New Roman" pitchFamily="18" charset="0"/>
              </a:rPr>
              <a:t>Login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cs typeface="Times New Roman" pitchFamily="18" charset="0"/>
              </a:rPr>
              <a:t>Verification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cs typeface="Times New Roman" pitchFamily="18" charset="0"/>
              </a:rPr>
              <a:t>Accept or Reject</a:t>
            </a:r>
            <a:r>
              <a:rPr lang="en-US" dirty="0"/>
              <a:t>	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618"/>
            <a:ext cx="9404723" cy="902798"/>
          </a:xfrm>
        </p:spPr>
        <p:txBody>
          <a:bodyPr/>
          <a:lstStyle/>
          <a:p>
            <a:r>
              <a:rPr lang="en-US" sz="2800" b="1" u="sng" dirty="0">
                <a:solidFill>
                  <a:srgbClr val="00B050"/>
                </a:solidFill>
              </a:rPr>
              <a:t>Use case Diagrams:-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090" y="1063417"/>
            <a:ext cx="11835910" cy="154008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 case diagrams model behavior within a system and helps the developers understand of what the user require. The stick man represents what’s called an actor.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 case diagram can be useful for getting an overall view of the system and clarifying that can do and more importantly what they can’t do.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039" y="3148149"/>
            <a:ext cx="6039565" cy="2819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7502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074" name="Picture 2" descr="C:\Users\Bujji\Desktop\A.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227909"/>
            <a:ext cx="5731918" cy="397274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2050" name="Picture 2" descr="C:\Users\Bujji\Desktop\F.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475" y="1214846"/>
            <a:ext cx="5211713" cy="412232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26" name="Picture 2" descr="C:\Users\Bujji\Desktop\directo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65268" y="1031967"/>
            <a:ext cx="5876931" cy="381435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11342689" cy="640528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Project overview:-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	</a:t>
            </a:r>
            <a:r>
              <a:rPr lang="en-US" sz="2000" dirty="0"/>
              <a:t>Open the Application tracking system Website and go to the main bar.</a:t>
            </a:r>
            <a:br>
              <a:rPr lang="en-US" sz="2000" dirty="0"/>
            </a:br>
            <a:endParaRPr lang="en-US" sz="2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auto">
          <a:xfrm>
            <a:off x="0" y="24765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122" name="Picture 2" descr="C:\Users\Bujji\Desktop\IMG-20191117-WA004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623" y="1826798"/>
            <a:ext cx="10296605" cy="47010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86653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Step-2:-</a:t>
            </a:r>
            <a:br>
              <a:rPr lang="en-US" sz="2000" b="1" dirty="0"/>
            </a:br>
            <a:r>
              <a:rPr lang="en-US" sz="2000" dirty="0"/>
              <a:t>Then Go to The Registration form</a:t>
            </a:r>
            <a:endParaRPr lang="en-US" sz="2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146" name="Picture 2" descr="C:\Users\Bujji\Desktop\IMG-20191117-WA004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6389" y="1306285"/>
            <a:ext cx="9614262" cy="52643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062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9566"/>
          </a:xfrm>
        </p:spPr>
        <p:txBody>
          <a:bodyPr>
            <a:normAutofit/>
          </a:bodyPr>
          <a:lstStyle/>
          <a:p>
            <a:r>
              <a:rPr lang="en-US" sz="2000" dirty="0"/>
              <a:t>Student Login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4098" name="Picture 2" descr="C:\Users\Bujji\Desktop\IMG-20191117-WA004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0869" y="1541417"/>
            <a:ext cx="5646239" cy="382973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66057"/>
          </a:xfrm>
        </p:spPr>
        <p:txBody>
          <a:bodyPr>
            <a:normAutofit fontScale="90000"/>
          </a:bodyPr>
          <a:lstStyle/>
          <a:p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Student home page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F7C683-7AF4-451B-A2B3-6ED53057B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79" y="2438400"/>
            <a:ext cx="10007421" cy="25714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Student applying form</a:t>
            </a:r>
            <a:br>
              <a:rPr lang="en-US" sz="2000" dirty="0"/>
            </a:br>
            <a:endParaRPr lang="en-US" sz="2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8194" name="Picture 2" descr="C:\Users\Bujji\Desktop\IMG-20191117-WA004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4708" y="1933302"/>
            <a:ext cx="3806824" cy="3247073"/>
          </a:xfrm>
          <a:prstGeom prst="rect">
            <a:avLst/>
          </a:prstGeom>
          <a:noFill/>
        </p:spPr>
      </p:pic>
      <p:pic>
        <p:nvPicPr>
          <p:cNvPr id="8195" name="Picture 3" descr="C:\Users\Bujji\Desktop\IMG-20191117-WA005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86814" y="1907177"/>
            <a:ext cx="3407655" cy="3291840"/>
          </a:xfrm>
          <a:prstGeom prst="rect">
            <a:avLst/>
          </a:prstGeom>
          <a:noFill/>
        </p:spPr>
      </p:pic>
      <p:pic>
        <p:nvPicPr>
          <p:cNvPr id="8196" name="Picture 4" descr="C:\Users\Bujji\Desktop\IMG-20191117-WA0057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18649" y="1894113"/>
            <a:ext cx="3513844" cy="32787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6243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4F17E-E3C7-4A1E-8F56-E5C758872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cs typeface="Times New Roman" panose="02020603050405020304" pitchFamily="18" charset="0"/>
              </a:rPr>
              <a:t>After submitting application form</a:t>
            </a:r>
            <a:br>
              <a:rPr lang="en-US" sz="2000" dirty="0">
                <a:cs typeface="Times New Roman" panose="02020603050405020304" pitchFamily="18" charset="0"/>
              </a:rPr>
            </a:br>
            <a:endParaRPr lang="en-US" sz="2000" dirty="0"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5BC7D2-4676-4102-9FB1-B762E507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94BC04-E981-4283-B5F0-868183DDD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205" y="1530640"/>
            <a:ext cx="5494789" cy="16890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FB65A6-2EF4-4DFE-A5DE-D28D12D63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205" y="3786389"/>
            <a:ext cx="5494789" cy="168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28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8911" y="478118"/>
            <a:ext cx="9404723" cy="1400530"/>
          </a:xfrm>
        </p:spPr>
        <p:txBody>
          <a:bodyPr/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Administrator Login page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9218" name="Picture 2" descr="C:\Users\Bujji\Desktop\IMG-20191117-WA005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1329" y="1568813"/>
            <a:ext cx="4476750" cy="43910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61757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11" y="363151"/>
            <a:ext cx="9404723" cy="1400530"/>
          </a:xfrm>
        </p:spPr>
        <p:txBody>
          <a:bodyPr/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Admin Office Home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ED66D0-705B-4EC6-836F-B198D13BF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11" y="1609859"/>
            <a:ext cx="11007344" cy="421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6292-4449-4D88-B0EA-D33CED9EC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Verifying the application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EC85F-9FA7-486E-8C10-B3210A18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4A4D9-CACA-473A-8EE6-7829D8307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727" y="1270000"/>
            <a:ext cx="7499523" cy="53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8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F0134-B04B-4124-820B-FA3010091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After verifying the application Admin can accept or reject the application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81537-3450-456B-AF00-6F5AAB29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7B133E-C25E-4EA3-8906-C9BDEAB16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" y="1785937"/>
            <a:ext cx="1018222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3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11" y="295729"/>
            <a:ext cx="9404723" cy="1400530"/>
          </a:xfrm>
        </p:spPr>
        <p:txBody>
          <a:bodyPr/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Financer Login page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1266" name="Picture 2" descr="C:\Users\Bujji\Desktop\IMG-20191117-WA004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9525" y="1149350"/>
            <a:ext cx="4600575" cy="4333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82843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11" y="295729"/>
            <a:ext cx="9404723" cy="827677"/>
          </a:xfrm>
        </p:spPr>
        <p:txBody>
          <a:bodyPr/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Financial Office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C9C0E5-4EF7-48AB-AA33-8440785A9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1643062"/>
            <a:ext cx="1022985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2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731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Director Login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13316" name="Picture 4" descr="C:\Users\Bujji\Desktop\IMG-20191117-WA005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3799" y="2259874"/>
            <a:ext cx="6194730" cy="371760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Director Home page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7F9D56-3204-4D16-9545-345840ACA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2162175"/>
            <a:ext cx="10315575" cy="2533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FF8E-44DA-4330-AFFC-85E32B912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Student home page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4AFE45-F5A0-41A1-8ABB-DA0823E37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D1499-F168-4910-AF36-14F157552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79" y="2438400"/>
            <a:ext cx="10007421" cy="257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61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956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Track your application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5362" name="Picture 2" descr="C:\Users\Bujji\Desktop\IMG-20191117-WA005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056" y="4370429"/>
            <a:ext cx="2677886" cy="2011680"/>
          </a:xfrm>
          <a:prstGeom prst="rect">
            <a:avLst/>
          </a:prstGeom>
          <a:noFill/>
        </p:spPr>
      </p:pic>
      <p:pic>
        <p:nvPicPr>
          <p:cNvPr id="15363" name="Picture 3" descr="C:\Users\Bujji\Desktop\IMG-20191117-WA005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7998" y="4379500"/>
            <a:ext cx="2747785" cy="2002609"/>
          </a:xfrm>
          <a:prstGeom prst="rect">
            <a:avLst/>
          </a:prstGeom>
          <a:noFill/>
        </p:spPr>
      </p:pic>
      <p:pic>
        <p:nvPicPr>
          <p:cNvPr id="15364" name="Picture 4" descr="C:\Users\Bujji\Desktop\IMG-20191117-WA005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3428" y="4407869"/>
            <a:ext cx="2727235" cy="1998618"/>
          </a:xfrm>
          <a:prstGeom prst="rect">
            <a:avLst/>
          </a:prstGeom>
          <a:noFill/>
        </p:spPr>
      </p:pic>
      <p:pic>
        <p:nvPicPr>
          <p:cNvPr id="15365" name="Picture 5" descr="C:\Users\Bujji\Desktop\IMG-20191117-WA0050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788308" y="4398210"/>
            <a:ext cx="2682240" cy="2056901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3D9F1E-1082-443F-82E6-8730EACE21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0761" y="1088738"/>
            <a:ext cx="7258050" cy="2676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598F-70F4-44DC-B3F7-F46DA2C9C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Get  reference id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FCD0AA-5564-4272-85DE-EE6DF205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80446-58DF-48FC-A123-9D3296211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543" y="1370191"/>
            <a:ext cx="7153275" cy="2314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3F5F11-12FE-4DD2-8A24-D5FC3E6A3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762" y="3869349"/>
            <a:ext cx="532447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8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3993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Contact details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6386" name="Picture 2" descr="C:\Users\Bujji\Desktop\IMG-20191117-WA004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005" y="1240972"/>
            <a:ext cx="10798113" cy="500307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569" y="596900"/>
            <a:ext cx="10226841" cy="6152816"/>
          </a:xfrm>
        </p:spPr>
        <p:txBody>
          <a:bodyPr/>
          <a:lstStyle/>
          <a:p>
            <a:r>
              <a:rPr lang="en-US" sz="2800" u="sng" dirty="0">
                <a:solidFill>
                  <a:srgbClr val="00B050"/>
                </a:solidFill>
              </a:rPr>
              <a:t>Benefits of implementing Application tracking system</a:t>
            </a:r>
            <a:r>
              <a:rPr lang="en-US" sz="2800" dirty="0">
                <a:solidFill>
                  <a:srgbClr val="00B050"/>
                </a:solidFill>
              </a:rPr>
              <a:t>:-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Content Placeholder 2"/>
          <p:cNvSpPr txBox="1"/>
          <p:nvPr/>
        </p:nvSpPr>
        <p:spPr>
          <a:xfrm>
            <a:off x="216569" y="1828800"/>
            <a:ext cx="11289631" cy="49209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Got  information about application weather it is approved or not.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Saves the time.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It will reduce the work.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It reduce the interaction between students and Administration.</a:t>
            </a:r>
          </a:p>
          <a:p>
            <a:pPr marL="0" indent="0">
              <a:buNone/>
            </a:pP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84" y="209007"/>
            <a:ext cx="12083715" cy="6945772"/>
          </a:xfrm>
        </p:spPr>
        <p:txBody>
          <a:bodyPr/>
          <a:lstStyle/>
          <a:p>
            <a:r>
              <a:rPr lang="en-US" sz="2800" u="sng" dirty="0">
                <a:solidFill>
                  <a:srgbClr val="00B050"/>
                </a:solidFill>
              </a:rPr>
              <a:t>Conclusion</a:t>
            </a:r>
            <a:r>
              <a:rPr lang="en-US" sz="2800" dirty="0">
                <a:solidFill>
                  <a:srgbClr val="00B050"/>
                </a:solidFill>
              </a:rPr>
              <a:t>:-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Content Placeholder 2"/>
          <p:cNvSpPr txBox="1"/>
          <p:nvPr/>
        </p:nvSpPr>
        <p:spPr>
          <a:xfrm>
            <a:off x="264695" y="1082842"/>
            <a:ext cx="11241505" cy="555858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>
          <a:xfrm>
            <a:off x="108285" y="1149531"/>
            <a:ext cx="11940005" cy="680534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Finally in application tracking  system,  we have a system where student upload a document and it will be verified by  AO , FO , and finally approved by Director  . Student can check their document status weather it is approved or not .  The time  will reduced . </a:t>
            </a:r>
          </a:p>
          <a:p>
            <a:endParaRPr lang="en-US" dirty="0"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3627" y="2678560"/>
            <a:ext cx="10651541" cy="2398766"/>
          </a:xfrm>
        </p:spPr>
        <p:txBody>
          <a:bodyPr/>
          <a:lstStyle/>
          <a:p>
            <a:pPr algn="ctr"/>
            <a:r>
              <a:rPr lang="en-US" sz="7200" b="1" dirty="0">
                <a:solidFill>
                  <a:srgbClr val="00B050"/>
                </a:solidFill>
              </a:rPr>
              <a:t>Thank you !!!</a:t>
            </a:r>
            <a:br>
              <a:rPr lang="en-US" sz="7200" b="1" dirty="0">
                <a:solidFill>
                  <a:srgbClr val="00B050"/>
                </a:solidFill>
              </a:rPr>
            </a:br>
            <a:br>
              <a:rPr lang="en-US" sz="2000" b="1" dirty="0"/>
            </a:br>
            <a:r>
              <a:rPr lang="en-US" sz="2000" b="1" dirty="0"/>
              <a:t>                                                    </a:t>
            </a:r>
            <a:br>
              <a:rPr lang="en-US" sz="2000" b="1" dirty="0"/>
            </a:br>
            <a:r>
              <a:rPr lang="en-US" sz="2000" b="1" dirty="0"/>
              <a:t>                                                   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E0D9-4C83-40B1-8C59-E909A8A006F8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842</TotalTime>
  <Words>796</Words>
  <Application>Microsoft Office PowerPoint</Application>
  <PresentationFormat>Widescreen</PresentationFormat>
  <Paragraphs>153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Arial Black</vt:lpstr>
      <vt:lpstr>Calibri</vt:lpstr>
      <vt:lpstr>Century Gothic</vt:lpstr>
      <vt:lpstr>Times New Roman</vt:lpstr>
      <vt:lpstr>Trebuchet MS</vt:lpstr>
      <vt:lpstr>Wingdings</vt:lpstr>
      <vt:lpstr>Wingdings 3</vt:lpstr>
      <vt:lpstr>Facet</vt:lpstr>
      <vt:lpstr>  APPLICATION TRACKING SYSTEM</vt:lpstr>
      <vt:lpstr>Contents:- </vt:lpstr>
      <vt:lpstr>Abstract:- </vt:lpstr>
      <vt:lpstr>Introduction:-       </vt:lpstr>
      <vt:lpstr>Present System:-</vt:lpstr>
      <vt:lpstr>PROPOSED SYSTEM:-</vt:lpstr>
      <vt:lpstr>Requirements :- </vt:lpstr>
      <vt:lpstr>SYSTEM MODULES:-</vt:lpstr>
      <vt:lpstr>PowerPoint Presentation</vt:lpstr>
      <vt:lpstr>Use case Diagrams:-</vt:lpstr>
      <vt:lpstr>PowerPoint Presentation</vt:lpstr>
      <vt:lpstr>PowerPoint Presentation</vt:lpstr>
      <vt:lpstr>PowerPoint Presentation</vt:lpstr>
      <vt:lpstr>Project overview:-    Open the Application tracking system Website and go to the main bar. </vt:lpstr>
      <vt:lpstr>Step-2:- Then Go to The Registration form</vt:lpstr>
      <vt:lpstr>Student Login</vt:lpstr>
      <vt:lpstr>  Student home page</vt:lpstr>
      <vt:lpstr>Student applying form </vt:lpstr>
      <vt:lpstr>After submitting application form </vt:lpstr>
      <vt:lpstr>Administrator Login page</vt:lpstr>
      <vt:lpstr>Admin Office Home page</vt:lpstr>
      <vt:lpstr>Verifying the application</vt:lpstr>
      <vt:lpstr>After verifying the application Admin can accept or reject the application</vt:lpstr>
      <vt:lpstr>Financer Login page</vt:lpstr>
      <vt:lpstr>Financial Office</vt:lpstr>
      <vt:lpstr>Director Login page</vt:lpstr>
      <vt:lpstr>Director Home page</vt:lpstr>
      <vt:lpstr>  Student home page</vt:lpstr>
      <vt:lpstr>Track your application</vt:lpstr>
      <vt:lpstr>Get  reference id</vt:lpstr>
      <vt:lpstr>Contact details</vt:lpstr>
      <vt:lpstr>Benefits of implementing Application tracking system:-   </vt:lpstr>
      <vt:lpstr>Conclusion:- </vt:lpstr>
      <vt:lpstr>Thank you !!!                                                                                               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Infirmary Management System</dc:title>
  <dc:creator>SuBaShMiGhTY</dc:creator>
  <cp:lastModifiedBy>Undru Mahesh</cp:lastModifiedBy>
  <cp:revision>150</cp:revision>
  <dcterms:created xsi:type="dcterms:W3CDTF">2018-11-11T17:47:00Z</dcterms:created>
  <dcterms:modified xsi:type="dcterms:W3CDTF">2020-07-10T06:04:45Z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1033-10.2.0.7635</vt:lpwstr>
  </property>
</Properties>
</file>